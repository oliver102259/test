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93776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4241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Mechanism I: the adsorbate evolution mechanism (AEM)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37744"/>
            <a:ext cx="786384" cy="521554"/>
          </a:xfrm>
          <a:prstGeom prst="rect">
            <a:avLst/>
          </a:prstGeom>
        </p:spPr>
      </p:pic>
      <p:pic>
        <p:nvPicPr>
          <p:cNvPr id="5" name="Picture 4" descr="use_aem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401568" cy="3167835"/>
          </a:xfrm>
          <a:prstGeom prst="rect">
            <a:avLst/>
          </a:prstGeom>
        </p:spPr>
      </p:pic>
      <p:pic>
        <p:nvPicPr>
          <p:cNvPr id="6" name="Picture 5" descr="use_energy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024128"/>
            <a:ext cx="4800600" cy="42510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23036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Left — the four-electron AEM cycle on a single metal site (Adv. Energy Mater. 2023, Fig. 3a): adsorbates only, no lattice oxygen involved.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Arial"/>
              </a:rPr>
              <a:t>Right — the free-energy path of the same four steps (Chem. Soc. Rev. 2020, Fig. 3a, adapted).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The *OH–*OOH scaling gap (≈3.2 eV) locks one step about 0.37 V above equilibrium: this is the AEM ceiling.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424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572"/>
                </a:solidFill>
                <a:latin typeface="Arial"/>
              </a:rPr>
              <a:t>Figures reproduced from Adv. Energy Mater. 2023, 13, 2301951 and Chem. Soc. Rev. 2020, 49, 2196; adapted for this presentation.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263640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