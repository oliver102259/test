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10896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AEM: four steps on adsorbed oxygen, capped at 0.37 V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274320"/>
            <a:ext cx="786384" cy="521554"/>
          </a:xfrm>
          <a:prstGeom prst="rect">
            <a:avLst/>
          </a:prstGeom>
        </p:spPr>
      </p:pic>
      <p:pic>
        <p:nvPicPr>
          <p:cNvPr id="5" name="Picture 4" descr="fig_ae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11292840" cy="4481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40680"/>
            <a:ext cx="11292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392B"/>
                </a:solidFill>
                <a:latin typeface="Arial"/>
              </a:rPr>
              <a:t>One step is always larger: AEM cannot go below about 0.37 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B6572"/>
                </a:solidFill>
                <a:latin typeface="Arial"/>
              </a:rPr>
              <a:t>Chem. Soc. Rev. 2020, 49, 2196  ·  Adv. Energy Mater. 2023, 13, 2301391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27648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