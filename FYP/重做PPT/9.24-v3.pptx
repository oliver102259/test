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868680"/>
            <a:ext cx="1719072" cy="11401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639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adsorbate evolution (AEM) — four steps, one limit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ae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56" y="1188720"/>
            <a:ext cx="3770653" cy="3703320"/>
          </a:xfrm>
          <a:prstGeom prst="rect">
            <a:avLst/>
          </a:prstGeom>
        </p:spPr>
      </p:pic>
      <p:pic>
        <p:nvPicPr>
          <p:cNvPr id="6" name="Picture 5" descr="use_energy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69" y="1188720"/>
            <a:ext cx="4182025" cy="3703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four steps use adsorbed oxygen only; the free-energy path is the same four steps (left: Adv. Energy Mater. 2023, Fig. 3a; right: Chem. Soc. Rev. 2020, Fig. 3a, adapted).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*OH–*OOH scaling gap of about 3.2 eV prevents equal step energies, so one step is always larger.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 — activity cannot be improved within AEM.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3a  ·  Chem. Soc. Rev. 2020, 49, 2196, Fig. 3a (adapted).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lattice oxygen (LOM) — fast, but it destroys the surface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lo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07008"/>
            <a:ext cx="2668003" cy="2658336"/>
          </a:xfrm>
          <a:prstGeom prst="rect">
            <a:avLst/>
          </a:prstGeom>
        </p:spPr>
      </p:pic>
      <p:pic>
        <p:nvPicPr>
          <p:cNvPr id="6" name="Picture 5" descr="fig_e_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843" y="1207008"/>
            <a:ext cx="7875028" cy="2658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LOM: lattice oxygen is oxidised and leaves as O₂, so an oxygen vacancy is left behind (Adv. Energy Mater. 2023, Fig. 3b).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It switches on when the oxygen 2p states rise above the metal–oxygen band, close to the Fermi level (Fig. 3e, Mott–Hubbard picture).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Consequence: the vacancy stays, and the metal is released together with the oxygen.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3b and Fig. 3e.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III: the oxide path (OPM), and COM briefly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four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360920" cy="2859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234440"/>
            <a:ext cx="3273552" cy="17830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COM  (our group)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Light drives electron transfer from the oxygen states to the metal, and the O–O bond forms on the oxygen states — a related route that also avoids the *OOH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3154680"/>
            <a:ext cx="3273552" cy="13258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Reported 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mV, more than 200 h, oxide path mechanism, no oxygen vacancy.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Panel I is the oxide path: two adjacent metal–oxo sites couple directly to O₂, with no *OOH intermediate and no oxygen vacancy (Adv. Energy Mater. 2016, Fig. 1).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OPM keeps the surface intact while avoiding the *OOH bottleneck, which is why it is the route we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2016, 6, 1601275, Fig. 1  ·  COM: Nature 2022, 611, 702; reviewed in Adv. Energy Mater. 2023, 13, 2301951, §2.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3g and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3c and Fig. 3d;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70432"/>
            <a:ext cx="6309359" cy="31656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170432"/>
            <a:ext cx="4325112" cy="10515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331720"/>
            <a:ext cx="4325112" cy="137160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840480"/>
            <a:ext cx="4325112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synthesis route and structure of Ru₀.₀₃Mn₀.₉₇O₂ — (a) synthesis, (b–e) XRD, STEM and EDS, (f–h) Ru K-edge EXAFS and XANES and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 is to build this architecture by electrodeposition and to prove that ruthenium sits inside the lattice rather than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1024128"/>
            <a:ext cx="108813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 is step 2: the go/no-go on whether manganese or ruthenium dissolves first, and at which potential.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project: parameters per the group protocol; characterisation and testing practice follow Adv. Energy Mater. 2023 §5.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